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 (of 100)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Research completeness</c:v>
                  </c:pt>
                  <c:pt idx="1">
                    <c:v>Evidence quality</c:v>
                  </c:pt>
                  <c:pt idx="2">
                    <c:v>Factual accuracy</c:v>
                  </c:pt>
                  <c:pt idx="3">
                    <c:v>Citation quality</c:v>
                  </c:pt>
                  <c:pt idx="4">
                    <c:v>Reasoning quality</c:v>
                  </c:pt>
                  <c:pt idx="5">
                    <c:v>Structured-output validity</c:v>
                  </c:pt>
                  <c:pt idx="6">
                    <c:v>Tool usage</c:v>
                  </c:pt>
                  <c:pt idx="7">
                    <c:v>Hallucination rate</c:v>
                  </c:pt>
                  <c:pt idx="8">
                    <c:v>Report quality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</c:v>
                </c:pt>
                <c:pt idx="1">
                  <c:v>15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</c:scaling>
        <c:delete val="0"/>
        <c:axPos val="b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F7F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0"/>
            <a:ext cx="11274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MarketMind AI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794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F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an Autonomous Business Research Agent with the OpenAI API,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BF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Calling, and Structured Outputs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F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Mishal Munir  |  AAI–412 / PRAC–05  |  Capstone Practical Assignment  |  Centre for Applied Artificial Intelligence,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market-intelligence briefs cost $2,700–$3,800 and take 28–40 hours to produce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Verity Strategy Partners — 40-person consultancy, ~14 briefs/month, 1 in 5 declined for lack of analyst capacity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Bottleneck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Serial execution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analyst, one question at a time → 2–3 week turnaround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Information overload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Hundreds of sources; analysts satisfice on the first ten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Untracked provenance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 drafting time, nobody remembers which source supports which claim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Inconsistent depth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Coverage depends on time of day, not on importance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Inference laundering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Guesses and sourced facts are written in the same confident voice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MarketMind AI  |  Mishal Munir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chatbot prompt fails on four structural grounds, not a prompting weakness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decomposition</a:t>
            </a:r>
            <a:endParaRPr lang="en-US" sz="18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one-shot answer blends twelve distinct research questions, so missing coverage is invisible.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provenance</a:t>
            </a:r>
            <a:endParaRPr lang="en-US" sz="18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arrives in the same confident tone with no traceable origin — verifying it costs more than writing it.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separation of fact from inference</a:t>
            </a:r>
            <a:endParaRPr lang="en-US" sz="18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“Vendor X charges $49/seat” and “Vendor X will likely move upmarket” are rendered identically.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stopping condition, no uncertainty</a:t>
            </a:r>
            <a:endParaRPr lang="en-US" sz="18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cannot say “I could not establish this” — fluency is uncorrelated with truth.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MarketMind AI  |  Mishal Munir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MarketMind runs a bounded, eight-stage pipeline from intake to human approval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219456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1945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48840" y="2798064"/>
            <a:ext cx="256032" cy="164592"/>
          </a:xfrm>
          <a:prstGeom prst="rightArrow">
            <a:avLst/>
          </a:prstGeom>
          <a:solidFill>
            <a:srgbClr val="7F7F7F"/>
          </a:solidFill>
          <a:ln/>
        </p:spPr>
      </p:sp>
      <p:sp>
        <p:nvSpPr>
          <p:cNvPr id="6" name="Shape 4"/>
          <p:cNvSpPr/>
          <p:nvPr/>
        </p:nvSpPr>
        <p:spPr>
          <a:xfrm>
            <a:off x="2404872" y="219456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04872" y="21945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096512" y="2798064"/>
            <a:ext cx="256032" cy="164592"/>
          </a:xfrm>
          <a:prstGeom prst="rightArrow">
            <a:avLst/>
          </a:prstGeom>
          <a:solidFill>
            <a:srgbClr val="7F7F7F"/>
          </a:solidFill>
          <a:ln/>
        </p:spPr>
      </p:sp>
      <p:sp>
        <p:nvSpPr>
          <p:cNvPr id="9" name="Shape 7"/>
          <p:cNvSpPr/>
          <p:nvPr/>
        </p:nvSpPr>
        <p:spPr>
          <a:xfrm>
            <a:off x="4352544" y="219456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52544" y="21945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Loop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(bounded)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44184" y="2798064"/>
            <a:ext cx="256032" cy="164592"/>
          </a:xfrm>
          <a:prstGeom prst="rightArrow">
            <a:avLst/>
          </a:prstGeom>
          <a:solidFill>
            <a:srgbClr val="7F7F7F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0216" y="219456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0216" y="21945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91856" y="2798064"/>
            <a:ext cx="256032" cy="164592"/>
          </a:xfrm>
          <a:prstGeom prst="rightArrow">
            <a:avLst/>
          </a:prstGeom>
          <a:solidFill>
            <a:srgbClr val="7F7F7F"/>
          </a:solidFill>
          <a:ln/>
        </p:spPr>
      </p:sp>
      <p:sp>
        <p:nvSpPr>
          <p:cNvPr id="15" name="Shape 13"/>
          <p:cNvSpPr/>
          <p:nvPr/>
        </p:nvSpPr>
        <p:spPr>
          <a:xfrm>
            <a:off x="8247888" y="219456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47888" y="21945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939528" y="2798064"/>
            <a:ext cx="256032" cy="164592"/>
          </a:xfrm>
          <a:prstGeom prst="rightArrow">
            <a:avLst/>
          </a:prstGeom>
          <a:solidFill>
            <a:srgbClr val="7F7F7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95560" y="219456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2E75B6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95560" y="21945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10728" y="3886200"/>
            <a:ext cx="1965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B00020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8110728" y="3886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loop, capped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43400"/>
            <a:ext cx="11274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is bounded three independent ways: iteration count, tool-call count, cumulative token cost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stage writes to a run log — the artefact an examiner (or reviewer) checks against the report's claims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never publishes without an explicit human decision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MarketMind AI  |  Mishal Munir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independent components keep research, judgment, and quality control separable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8165592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Request Analyser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Surfaces ambiguity as a question or a recorded assumption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 Planner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3–6 objectives, each with answerable sub-questions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 Agent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Calls tools; never answers from its own memory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Analyst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Scores credibility, recency, corroboration — rejects freely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Comparison Agent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Builds the matrix; marks gaps, never fills them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Synthesis Agent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statement traces to an evidence id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Quality-Control Agent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Diagnoses defects; does not silently repair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MarketMind AI  |  Mishal Munir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schema-validated tools sit behind a dispatcher that treats model arguments as untrusted input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tools (permission level)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search_information — read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retrieve_document — read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calculate_metric — compute (deterministic Python, never model math)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compare_companies — compute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save_research — write (rejects unresolvable source_ref)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generate_report — write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Dispatcher pipeline (in order)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78308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tool name → unknown name returns a structured error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JSON arguments → malformed returns a structured error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against schema → names the offending field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permission level and call budget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with a timeout; catch all exceptions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Normalise result, attach provenance, log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MarketMind AI  |  Mishal Munir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is bound to evidence and typed as fact, inference, recommendation, or uncertainty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776472"/>
                <a:gridCol w="54864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Directly stated by a retrieved source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“Vendor A publishes a starting price of $49/seat/month.”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Inference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Derived by reasoning across evidence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“Vendor A is positioning toward mid-market.”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proposed action; inherently normative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“Enter at the SMB tier.”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Uncertainty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identified gap or unresolved conflict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“Vendor C's enterprise pricing could not be established.”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8064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source_ref is enforced in code to resolve to a real prior tool result — the strongest structural defence against fabricated citations.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MarketMind AI  |  Mishal Munir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QC and a mandatory human gate stand between a draft and a published report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control detects five defect classes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5394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Unsupported claims (code)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sources (code)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gaps (code)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Contradictions (model — surfaced, never resolved)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Low-confidence findings (hybrid)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749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is capped; on exhaustion, unresolved defects are listed in limitations_and_gaps.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gate: four outcomes, no default-yes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78308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— publish with approver identity + timestamp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— nothing published; run stays inspectable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more research — re-enters the loop on remaining budget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Modify scope — regenerates the plan; in-scope evidence retained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MarketMind AI  |  Mishal Munir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nine-dimension, 100-point framework scores completeness, evidence, and hallucination rate separately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417320"/>
          <a:ext cx="11274552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532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is zero hallucinations, reported as a count and a rate — never as “none observed.” Each FAIL-CASE test is run ≥ 3 times and reported as a pass rate.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MarketMind AI  |  Mishal Munir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controls, not better prompting, are what make an autonomous research agent trustworthy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0"/>
            <a:ext cx="11274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Decomposition, provenance, evidence typing, bounded loops, QC, and human approval are control surfaces — each is independently graded because each independently matters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enforcement guarantees shape; evidence binding guarantees traceability; neither guarantees truth — truth still requires a source that says the thing, and a human who checks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could not establish this” is a correct and valuable output; a confidently unsupported claim is a failure even when it happens to be true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outcome: cut the 28–40-hour brief to 8–12 hours of human effort, concentrated where expertise adds value, while increasing traceability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9893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AAI–412 / PRAC–05 — MarketMind AI Assignment Manual, Centre for Applied Artificial Intelligence,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30936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Mishal Munir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2026-09-07T02:17:35Z</dcterms:created>
  <dcterms:modified xsi:type="dcterms:W3CDTF">2026-09-07T02:17:35Z</dcterms:modified>
</cp:coreProperties>
</file>